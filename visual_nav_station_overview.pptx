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D7FF"/>
          </a:solidFill>
          <a:ln>
            <a:solidFill>
              <a:srgbClr val="52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A"/>
                </a:solidFill>
                <a:latin typeface="Microsoft YaHei"/>
              </a:rPr>
              <a:t>视觉导航地面站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B0C6"/>
                </a:solidFill>
                <a:latin typeface="Microsoft YaHei"/>
              </a:rPr>
              <a:t>面向双光视觉导航设备的 PC 上位机：真实 ROS 数据、远程配置与 GPS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2D7FF"/>
                </a:solidFill>
                <a:latin typeface="Microsoft YaHei"/>
              </a:rPr>
              <a:t>VISUAL NAV STATION  / 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81328"/>
            <a:ext cx="5166360" cy="4754880"/>
          </a:xfrm>
          <a:prstGeom prst="roundRect">
            <a:avLst/>
          </a:prstGeom>
          <a:solidFill>
            <a:srgbClr val="112337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D7FF"/>
                </a:solidFill>
                <a:latin typeface="Microsoft YaHei"/>
              </a:rPr>
              <a:t>当前系统定位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48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PyQt5 多页面桌面架构，开发阶段以 main.py 快速迭代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SSH 连接 Firefly 板卡，独立控制 roscore、传感器、MAVROS 与算法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RGB / 红外双光模式二选一，适配白天与黑夜导航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主页面实时显示 RGB、红外、IMU、ToF、飞控 GPS 与算法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5262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9E2A0"/>
                </a:solidFill>
                <a:latin typeface="Microsoft YaHei"/>
              </a:rPr>
              <a:t>数据链路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19472"/>
            <a:ext cx="4526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Microsoft YaHei"/>
              </a:rPr>
              <a:t>板卡 ROS 话题  →  RosBridge  →  主页面可视化
GeoTIFF 底图  →  仿射坐标转换  →  FCU / GeoVINS 轨迹与误差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481328"/>
            <a:ext cx="5650992" cy="4754880"/>
          </a:xfrm>
          <a:prstGeom prst="roundRect">
            <a:avLst/>
          </a:prstGeom>
          <a:solidFill>
            <a:srgbClr val="0A1B2C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D7FF"/>
                </a:solidFill>
                <a:latin typeface="Microsoft YaHei"/>
              </a:rPr>
              <a:t>MISSION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04288"/>
            <a:ext cx="4892040" cy="512064"/>
          </a:xfrm>
          <a:prstGeom prst="roundRect">
            <a:avLst/>
          </a:prstGeom>
          <a:solidFill>
            <a:srgbClr val="122B40"/>
          </a:solidFill>
          <a:ln>
            <a:solidFill>
              <a:srgbClr val="52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140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Microsoft YaHei"/>
              </a:rPr>
              <a:t>RGB / IR 实时预览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4892040" cy="512064"/>
          </a:xfrm>
          <a:prstGeom prst="roundRect">
            <a:avLst/>
          </a:prstGeom>
          <a:solidFill>
            <a:srgbClr val="122B40"/>
          </a:solidFill>
          <a:ln>
            <a:solidFill>
              <a:srgbClr val="49E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272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Microsoft YaHei"/>
              </a:rPr>
              <a:t>GPS 对比地图 + ROI 跟随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30752"/>
            <a:ext cx="4892040" cy="512064"/>
          </a:xfrm>
          <a:prstGeom prst="roundRect">
            <a:avLst/>
          </a:prstGeom>
          <a:solidFill>
            <a:srgbClr val="122B40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840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Microsoft YaHei"/>
              </a:rPr>
              <a:t>ATTITUDE / FCU GPS / VEL 曲线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43983"/>
            <a:ext cx="4892040" cy="512064"/>
          </a:xfrm>
          <a:prstGeom prst="roundRect">
            <a:avLst/>
          </a:prstGeom>
          <a:solidFill>
            <a:srgbClr val="122B40"/>
          </a:solidFill>
          <a:ln>
            <a:solidFill>
              <a:srgbClr val="FF8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5537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Microsoft YaHei"/>
              </a:rPr>
              <a:t>启动 / 停止 / 日志诊断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9B0C6"/>
                </a:solidFill>
                <a:latin typeface="Microsoft YaHei"/>
              </a:rPr>
              <a:t>地图显示特性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650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BF3FA"/>
                </a:solidFill>
                <a:latin typeface="Microsoft YaHei"/>
              </a:rPr>
              <a:t>固定窗口尺寸 · 等比例裁切 · + / − 缩放 · 跟随 GPS 开关 · 大地图窗口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D7FF"/>
          </a:solidFill>
          <a:ln>
            <a:solidFill>
              <a:srgbClr val="52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3FA"/>
                </a:solidFill>
                <a:latin typeface="Microsoft YaHei"/>
              </a:rPr>
              <a:t>已实现能力与下一阶段路线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B0C6"/>
                </a:solidFill>
                <a:latin typeface="Microsoft YaHei"/>
              </a:rPr>
              <a:t>从工程样机走向可维护、可配置、可量产的视觉导航地面站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2D7FF"/>
                </a:solidFill>
                <a:latin typeface="Microsoft YaHei"/>
              </a:rPr>
              <a:t>VISUAL NAV STATION  /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81328"/>
            <a:ext cx="5440680" cy="4892040"/>
          </a:xfrm>
          <a:prstGeom prst="roundRect">
            <a:avLst/>
          </a:prstGeom>
          <a:solidFill>
            <a:srgbClr val="112337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2D7FF"/>
                </a:solidFill>
                <a:latin typeface="Microsoft YaHei"/>
              </a:rPr>
              <a:t>第一版已实现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617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传感器页面：单独启动 / 停止 / 话题测试，支持算法配置文件远程读写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地图页面：地图资产上传板卡；客户端 GeoTIFF GPS 对比底图独立加载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定位模式：串口 NMEA / ULBOX 与 MAVLink HIL_GPS 选项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通讯诊断：SSH 内嵌终端、连接日志、断线重连入口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真实数据优先：ROS Noetic、CompressedImage、IMU、GPS、ToF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440680" cy="4892040"/>
          </a:xfrm>
          <a:prstGeom prst="roundRect">
            <a:avLst/>
          </a:prstGeom>
          <a:solidFill>
            <a:srgbClr val="0A1B2C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55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9E2A0"/>
                </a:solidFill>
                <a:latin typeface="Microsoft YaHei"/>
              </a:rPr>
              <a:t>推荐后续功能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设备配置中心：每台设备独立 YAML，统一保存 IP、话题、launch、算法版本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进程与健康监控：节点状态、话题频率、延迟、CPU / 内存 / 温度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地图工程管理：底图 CRS 校验、轨迹回放、误差曲线与 CSV 报告导出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安全与量产：密钥认证、权限分级、配置备份 / 恢复、版本升级包</a:t>
            </a:r>
          </a:p>
          <a:p>
            <a:pPr>
              <a:spcAft>
                <a:spcPts val="700"/>
              </a:spcAft>
              <a:defRPr sz="1400">
                <a:solidFill>
                  <a:srgbClr val="EBF3FA"/>
                </a:solidFill>
                <a:latin typeface="Microsoft YaHei"/>
              </a:defRPr>
            </a:pPr>
            <a:r>
              <a:t>• 软件封装：PyInstaller / deb 安装包、自动检查依赖与一键启动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5669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D7FF"/>
                </a:solidFill>
                <a:latin typeface="Microsoft YaHei"/>
              </a:rPr>
              <a:t>建议优先级：健康监控 → 配置中心 → 轨迹回放与报告 → 量产封装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